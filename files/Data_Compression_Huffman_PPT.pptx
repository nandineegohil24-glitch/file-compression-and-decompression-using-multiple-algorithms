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52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57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66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3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4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2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0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5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8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04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79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Data Compression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Using Huffman Algorithm</a:t>
            </a:r>
          </a:p>
          <a:p>
            <a:r>
              <a:rPr dirty="0"/>
              <a:t>DAA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96436"/>
            <a:ext cx="7543800" cy="598299"/>
          </a:xfrm>
        </p:spPr>
        <p:txBody>
          <a:bodyPr>
            <a:normAutofit/>
          </a:bodyPr>
          <a:lstStyle/>
          <a:p>
            <a:pPr algn="ctr"/>
            <a:r>
              <a:rPr sz="2800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sz="2800" dirty="0"/>
              <a:t>Understand the concept of data compression.</a:t>
            </a:r>
          </a:p>
          <a:p>
            <a:pPr marL="0" indent="0" algn="ctr">
              <a:buNone/>
            </a:pPr>
            <a:r>
              <a:rPr sz="2800" dirty="0"/>
              <a:t>Explore Huffman Algorithm for file compression.</a:t>
            </a:r>
          </a:p>
          <a:p>
            <a:pPr marL="0" indent="0" algn="ctr">
              <a:buNone/>
            </a:pPr>
            <a:r>
              <a:rPr sz="2800" dirty="0"/>
              <a:t>Analyze benefits and limitations of compression.</a:t>
            </a:r>
          </a:p>
          <a:p>
            <a:pPr marL="0" indent="0" algn="ctr">
              <a:buNone/>
            </a:pPr>
            <a:r>
              <a:rPr sz="2800" dirty="0"/>
              <a:t>Compare Huffman with other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02302"/>
          </a:xfrm>
        </p:spPr>
        <p:txBody>
          <a:bodyPr>
            <a:normAutofit/>
          </a:bodyPr>
          <a:lstStyle/>
          <a:p>
            <a:pPr algn="ctr"/>
            <a:r>
              <a:rPr sz="2800" dirty="0"/>
              <a:t>Benefits of Data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endParaRPr lang="en-US" sz="3000" dirty="0"/>
          </a:p>
          <a:p>
            <a:pPr algn="ctr"/>
            <a:r>
              <a:rPr lang="en-US" sz="3000" dirty="0"/>
              <a:t>Reduces file size for storage and transmission.</a:t>
            </a:r>
          </a:p>
          <a:p>
            <a:pPr marL="0" indent="0" algn="ctr">
              <a:buNone/>
            </a:pPr>
            <a:r>
              <a:rPr lang="en-US" sz="3000" dirty="0"/>
              <a:t> Saves bandwidth and time.</a:t>
            </a:r>
          </a:p>
          <a:p>
            <a:pPr marL="0" indent="0" algn="ctr">
              <a:buNone/>
            </a:pPr>
            <a:r>
              <a:rPr lang="en-US" sz="3000" dirty="0"/>
              <a:t>Efficient file handling and faster uploads/downloads.</a:t>
            </a:r>
          </a:p>
          <a:p>
            <a:pPr marL="0" indent="0" algn="ctr">
              <a:buNone/>
            </a:pPr>
            <a:r>
              <a:rPr lang="en-US" sz="3000" dirty="0"/>
              <a:t>Useful for limited storage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1633-D661-624C-501B-F92B860E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627796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Working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1257-C169-D7DE-4F0C-EAA12135F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41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558970"/>
          </a:xfrm>
        </p:spPr>
        <p:txBody>
          <a:bodyPr>
            <a:normAutofit/>
          </a:bodyPr>
          <a:lstStyle/>
          <a:p>
            <a:pPr algn="ctr"/>
            <a:r>
              <a:rPr sz="2800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123" y="2199695"/>
            <a:ext cx="8632721" cy="40233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3000" dirty="0"/>
              <a:t>Compression may be lossy (depending on algorithm).</a:t>
            </a:r>
            <a:endParaRPr lang="en-US" sz="3000" dirty="0"/>
          </a:p>
          <a:p>
            <a:pPr marL="0" indent="0" algn="ctr">
              <a:buNone/>
            </a:pPr>
            <a:r>
              <a:rPr sz="3000" dirty="0"/>
              <a:t>Requires time and processing power.</a:t>
            </a:r>
          </a:p>
          <a:p>
            <a:pPr marL="0" indent="0" algn="ctr">
              <a:buNone/>
            </a:pPr>
            <a:r>
              <a:rPr sz="3000" dirty="0"/>
              <a:t>Decompression must be supported to access original data.</a:t>
            </a:r>
            <a:endParaRPr lang="en-US" sz="3000" dirty="0"/>
          </a:p>
          <a:p>
            <a:pPr marL="0" indent="0" algn="ctr">
              <a:buNone/>
            </a:pPr>
            <a:r>
              <a:rPr sz="3000" dirty="0"/>
              <a:t>Not all files compress well.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814609"/>
          </a:xfrm>
        </p:spPr>
        <p:txBody>
          <a:bodyPr>
            <a:normAutofit/>
          </a:bodyPr>
          <a:lstStyle/>
          <a:p>
            <a:pPr algn="ctr"/>
            <a:r>
              <a:rPr sz="2800" dirty="0"/>
              <a:t>What is Huffman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717" y="2464403"/>
            <a:ext cx="8524566" cy="40233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3000" dirty="0"/>
              <a:t>A lossless data compression algorithm.</a:t>
            </a:r>
          </a:p>
          <a:p>
            <a:pPr marL="0" indent="0" algn="ctr">
              <a:buNone/>
            </a:pPr>
            <a:r>
              <a:rPr sz="3000" dirty="0"/>
              <a:t>Assigns shorter codes to more frequent characters.</a:t>
            </a:r>
          </a:p>
          <a:p>
            <a:pPr marL="0" indent="0" algn="ctr">
              <a:buNone/>
            </a:pPr>
            <a:r>
              <a:rPr sz="3000" dirty="0"/>
              <a:t>Uses a binary tree to create optimal codes.</a:t>
            </a:r>
          </a:p>
          <a:p>
            <a:pPr marL="0" indent="0" algn="ctr">
              <a:buNone/>
            </a:pPr>
            <a:r>
              <a:rPr sz="3000" dirty="0"/>
              <a:t>Commonly used in ZIP files, JPEG, MP3,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Huffman Algorithm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173557" cy="4023360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sz="2800" dirty="0"/>
              <a:t>1. Count frequency of each character.</a:t>
            </a:r>
          </a:p>
          <a:p>
            <a:r>
              <a:rPr sz="2800" dirty="0"/>
              <a:t>2. Build a priority queue (min-heap).</a:t>
            </a:r>
          </a:p>
          <a:p>
            <a:r>
              <a:rPr sz="2800" dirty="0"/>
              <a:t>3. Create a binary tree based on frequency.</a:t>
            </a:r>
          </a:p>
          <a:p>
            <a:r>
              <a:rPr sz="2800" dirty="0"/>
              <a:t>4. Traverse the tree to assign binary codes.</a:t>
            </a:r>
          </a:p>
          <a:p>
            <a:r>
              <a:rPr sz="2800" dirty="0"/>
              <a:t>5. Replace characters with binary codes to compress.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539306"/>
          </a:xfrm>
        </p:spPr>
        <p:txBody>
          <a:bodyPr>
            <a:normAutofit/>
          </a:bodyPr>
          <a:lstStyle/>
          <a:p>
            <a:pPr algn="ctr"/>
            <a:r>
              <a:rPr sz="2800" dirty="0"/>
              <a:t>Why Huffman is Optimal?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19" y="2140702"/>
            <a:ext cx="8259097" cy="40233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3000" dirty="0"/>
              <a:t>It produces the smallest average code length for a known frequency.</a:t>
            </a:r>
            <a:endParaRPr lang="en-US" sz="3000" dirty="0"/>
          </a:p>
          <a:p>
            <a:pPr marL="0" indent="0" algn="ctr">
              <a:buNone/>
            </a:pPr>
            <a:r>
              <a:rPr sz="3000" dirty="0"/>
              <a:t>Guaranteed optimality for prefix-free encoding.</a:t>
            </a:r>
          </a:p>
          <a:p>
            <a:pPr marL="0" indent="0" algn="ctr">
              <a:buNone/>
            </a:pPr>
            <a:r>
              <a:rPr sz="3000" dirty="0"/>
              <a:t>Widely used due to its simplicity and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588467"/>
          </a:xfrm>
        </p:spPr>
        <p:txBody>
          <a:bodyPr>
            <a:normAutofit/>
          </a:bodyPr>
          <a:lstStyle/>
          <a:p>
            <a:pPr algn="ctr"/>
            <a:r>
              <a:rPr sz="2800" dirty="0"/>
              <a:t>Other Compression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359742"/>
            <a:ext cx="7543801" cy="3509352"/>
          </a:xfrm>
        </p:spPr>
        <p:txBody>
          <a:bodyPr>
            <a:normAutofit/>
          </a:bodyPr>
          <a:lstStyle/>
          <a:p>
            <a:r>
              <a:rPr sz="2800" dirty="0"/>
              <a:t>• Run-Length Encoding (RLE)</a:t>
            </a:r>
          </a:p>
          <a:p>
            <a:r>
              <a:rPr sz="2800" dirty="0"/>
              <a:t>• Arithmetic Coding</a:t>
            </a:r>
          </a:p>
          <a:p>
            <a:r>
              <a:rPr sz="2800" dirty="0"/>
              <a:t>• Lempel-Ziv-Welch (LZW)</a:t>
            </a:r>
          </a:p>
          <a:p>
            <a:r>
              <a:rPr sz="2800" dirty="0"/>
              <a:t>• Burrows-Wheeler Transform (BWT)</a:t>
            </a:r>
          </a:p>
          <a:p>
            <a:r>
              <a:rPr sz="2800" dirty="0"/>
              <a:t>• DEFLATE (used in ZIP and GZIP)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231922"/>
            <a:ext cx="7642615" cy="3637171"/>
          </a:xfrm>
        </p:spPr>
        <p:txBody>
          <a:bodyPr>
            <a:normAutofit/>
          </a:bodyPr>
          <a:lstStyle/>
          <a:p>
            <a:r>
              <a:rPr sz="2800" dirty="0"/>
              <a:t> Huffman Algorithm is efficient for lossless data compression.</a:t>
            </a:r>
          </a:p>
          <a:p>
            <a:r>
              <a:rPr sz="2800" dirty="0"/>
              <a:t>Ideal when character frequencies are known.</a:t>
            </a:r>
          </a:p>
          <a:p>
            <a:r>
              <a:rPr sz="2800" dirty="0"/>
              <a:t>Other algorithms can be used depending on data type and needs.</a:t>
            </a:r>
          </a:p>
          <a:p>
            <a:r>
              <a:rPr sz="2800" dirty="0"/>
              <a:t>Compression plays a vital role in modern computing.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</TotalTime>
  <Words>294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Data Compression </vt:lpstr>
      <vt:lpstr>Objective</vt:lpstr>
      <vt:lpstr>Benefits of Data Compression</vt:lpstr>
      <vt:lpstr>Working</vt:lpstr>
      <vt:lpstr>Limitations</vt:lpstr>
      <vt:lpstr>What is Huffman Algorithm?</vt:lpstr>
      <vt:lpstr>How Huffman Algorithm Works</vt:lpstr>
      <vt:lpstr>Why Huffman is Optimal?</vt:lpstr>
      <vt:lpstr>Other Compression Algorithms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Nandinee Gohil</cp:lastModifiedBy>
  <cp:revision>7</cp:revision>
  <dcterms:created xsi:type="dcterms:W3CDTF">2013-01-27T09:14:16Z</dcterms:created>
  <dcterms:modified xsi:type="dcterms:W3CDTF">2025-04-22T18:04:29Z</dcterms:modified>
  <cp:category/>
</cp:coreProperties>
</file>